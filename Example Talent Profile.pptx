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55" r:id="rId2"/>
  </p:sldMasterIdLst>
  <p:notesMasterIdLst>
    <p:notesMasterId r:id="rId4"/>
  </p:notesMasterIdLst>
  <p:handoutMasterIdLst>
    <p:handoutMasterId r:id="rId5"/>
  </p:handoutMasterIdLst>
  <p:sldIdLst>
    <p:sldId id="286" r:id="rId3"/>
  </p:sldIdLst>
  <p:sldSz cx="9144000" cy="5143500" type="screen16x9"/>
  <p:notesSz cx="7010400" cy="9296400"/>
  <p:defaultTextStyle>
    <a:defPPr>
      <a:defRPr lang="en-US"/>
    </a:defPPr>
    <a:lvl1pPr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r" rtl="0" fontAlgn="base">
      <a:spcBef>
        <a:spcPct val="35000"/>
      </a:spcBef>
      <a:spcAft>
        <a:spcPct val="0"/>
      </a:spcAft>
      <a:buClr>
        <a:srgbClr val="FF140A"/>
      </a:buClr>
      <a:buFont typeface="Wingdings" pitchFamily="-65" charset="2"/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Muley" initials="AM" lastIdx="12" clrIdx="0">
    <p:extLst>
      <p:ext uri="{19B8F6BF-5375-455C-9EA6-DF929625EA0E}">
        <p15:presenceInfo xmlns:p15="http://schemas.microsoft.com/office/powerpoint/2012/main" userId="S-1-5-21-2059803733-72578707-1895170660-6850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6600"/>
    <a:srgbClr val="FFFF00"/>
    <a:srgbClr val="969696"/>
    <a:srgbClr val="C0C0C0"/>
    <a:srgbClr val="EE2E24"/>
    <a:srgbClr val="EE2C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4719" autoAdjust="0"/>
  </p:normalViewPr>
  <p:slideViewPr>
    <p:cSldViewPr snapToGrid="0">
      <p:cViewPr varScale="1">
        <p:scale>
          <a:sx n="94" d="100"/>
          <a:sy n="94" d="100"/>
        </p:scale>
        <p:origin x="1094" y="29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11" Type="http://schemas.microsoft.com/office/2016/11/relationships/changesInfo" Target="changesInfos/changesInfo1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les Amos" userId="cdcff34d7edb5937" providerId="LiveId" clId="{D071B6DA-2877-40F2-AC2D-E83DA34E3DE2}"/>
    <pc:docChg chg="delSld modSld">
      <pc:chgData name="Charles Amos" userId="cdcff34d7edb5937" providerId="LiveId" clId="{D071B6DA-2877-40F2-AC2D-E83DA34E3DE2}" dt="2025-11-28T23:00:30.935" v="3" actId="207"/>
      <pc:docMkLst>
        <pc:docMk/>
      </pc:docMkLst>
      <pc:sldChg chg="modSp mod">
        <pc:chgData name="Charles Amos" userId="cdcff34d7edb5937" providerId="LiveId" clId="{D071B6DA-2877-40F2-AC2D-E83DA34E3DE2}" dt="2025-11-28T23:00:30.935" v="3" actId="207"/>
        <pc:sldMkLst>
          <pc:docMk/>
          <pc:sldMk cId="2310464349" sldId="286"/>
        </pc:sldMkLst>
        <pc:spChg chg="mod">
          <ac:chgData name="Charles Amos" userId="cdcff34d7edb5937" providerId="LiveId" clId="{D071B6DA-2877-40F2-AC2D-E83DA34E3DE2}" dt="2025-11-28T23:00:30.935" v="3" actId="207"/>
          <ac:spMkLst>
            <pc:docMk/>
            <pc:sldMk cId="2310464349" sldId="286"/>
            <ac:spMk id="28674" creationId="{00000000-0000-0000-0000-000000000000}"/>
          </ac:spMkLst>
        </pc:spChg>
      </pc:sldChg>
      <pc:sldChg chg="del">
        <pc:chgData name="Charles Amos" userId="cdcff34d7edb5937" providerId="LiveId" clId="{D071B6DA-2877-40F2-AC2D-E83DA34E3DE2}" dt="2025-11-28T20:53:02.926" v="0" actId="47"/>
        <pc:sldMkLst>
          <pc:docMk/>
          <pc:sldMk cId="67564740" sldId="287"/>
        </pc:sldMkLst>
      </pc:sldChg>
      <pc:sldChg chg="del">
        <pc:chgData name="Charles Amos" userId="cdcff34d7edb5937" providerId="LiveId" clId="{D071B6DA-2877-40F2-AC2D-E83DA34E3DE2}" dt="2025-11-28T20:53:03.809" v="1" actId="47"/>
        <pc:sldMkLst>
          <pc:docMk/>
          <pc:sldMk cId="1165318027" sldId="28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170" y="0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829202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170" y="8829202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fld id="{62544911-7972-461D-9CFB-67E6417998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01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170" y="0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64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694" y="4415454"/>
            <a:ext cx="5609016" cy="418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829202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endParaRPr lang="en-US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170" y="8829202"/>
            <a:ext cx="3037493" cy="4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8812" tIns="49406" rIns="98812" bIns="49406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FontTx/>
              <a:buNone/>
              <a:defRPr sz="1300"/>
            </a:lvl1pPr>
          </a:lstStyle>
          <a:p>
            <a:fld id="{5F175A69-64E8-4A05-8A2C-3D4486AC7B6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0961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8656F1-F4F4-4F22-A5DA-9654E9A5204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26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Stock_000017360118_XXXLarge_ppt 100 3i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" y="2390651"/>
            <a:ext cx="9144000" cy="2761488"/>
          </a:xfrm>
          <a:prstGeom prst="rect">
            <a:avLst/>
          </a:prstGeom>
        </p:spPr>
      </p:pic>
      <p:sp>
        <p:nvSpPr>
          <p:cNvPr id="717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932996" y="311007"/>
            <a:ext cx="5201161" cy="1805571"/>
          </a:xfrm>
        </p:spPr>
        <p:txBody>
          <a:bodyPr anchor="ctr" anchorCtr="0"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929514" y="2625451"/>
            <a:ext cx="4634428" cy="390867"/>
          </a:xfrm>
        </p:spPr>
        <p:txBody>
          <a:bodyPr anchor="ctr" anchorCtr="0"/>
          <a:lstStyle>
            <a:lvl1pPr marL="0" indent="0">
              <a:buFont typeface="Wingdings" pitchFamily="-65" charset="2"/>
              <a:buNone/>
              <a:defRPr sz="2400" b="1"/>
            </a:lvl1pPr>
          </a:lstStyle>
          <a:p>
            <a:r>
              <a:rPr lang="en-US" dirty="0"/>
              <a:t>Presenter Name</a:t>
            </a:r>
          </a:p>
        </p:txBody>
      </p:sp>
      <p:sp>
        <p:nvSpPr>
          <p:cNvPr id="6" name="Rectangle 7"/>
          <p:cNvSpPr>
            <a:spLocks noChangeArrowheads="1"/>
          </p:cNvSpPr>
          <p:nvPr userDrawn="1"/>
        </p:nvSpPr>
        <p:spPr bwMode="ltGray">
          <a:xfrm>
            <a:off x="0" y="1"/>
            <a:ext cx="644526" cy="5166178"/>
          </a:xfrm>
          <a:prstGeom prst="rect">
            <a:avLst/>
          </a:prstGeom>
          <a:solidFill>
            <a:srgbClr val="EE2E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929514" y="3077343"/>
            <a:ext cx="4634427" cy="428625"/>
          </a:xfrm>
        </p:spPr>
        <p:txBody>
          <a:bodyPr anchor="ctr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940150" y="3559905"/>
            <a:ext cx="4634427" cy="318197"/>
          </a:xfrm>
        </p:spPr>
        <p:txBody>
          <a:bodyPr anchor="ctr" anchorCtr="0"/>
          <a:lstStyle>
            <a:lvl1pPr marL="0" indent="0">
              <a:buNone/>
              <a:defRPr sz="1400" i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Data Classification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259" y="282808"/>
            <a:ext cx="6981488" cy="6679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514" y="1343024"/>
            <a:ext cx="7965823" cy="3332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Restricted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259" y="282808"/>
            <a:ext cx="6981488" cy="6679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925514" y="1343392"/>
            <a:ext cx="3751261" cy="32596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895850" y="1343025"/>
            <a:ext cx="3995739" cy="326005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Restricted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87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3259" y="1189101"/>
            <a:ext cx="7944516" cy="2206752"/>
          </a:xfrm>
        </p:spPr>
        <p:txBody>
          <a:bodyPr anchor="t" anchorCtr="0">
            <a:normAutofit/>
          </a:bodyPr>
          <a:lstStyle>
            <a:lvl1pPr>
              <a:defRPr sz="4000" b="0"/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Restricted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91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Restricted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069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11BA-8800-C3B7-9083-6038A3B41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C12FC-BAF0-279A-5B1D-82F3FC55FB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E36C4-9DD2-DBF4-122A-A1707609B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08A24-965F-66F7-4449-2C2ADE26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9EF81-9B34-35CA-73FA-1A910D44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491067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61F8-E32C-13A8-126C-B10AB1AD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D40BC-0295-B36A-29C2-F98791966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63206-3269-990C-C504-95626937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A106A-4320-25AC-EB05-796C4636C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D73B2-1661-7201-A2FC-82FEE253B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218215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148D4-DFEA-2357-4D1C-FFEE618F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2283B-2706-6ADC-A051-E1CEC90A5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0D933-47AA-38B3-A95D-DC4CB2D86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6543D-E306-4F2F-2CEC-E4759D247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26073-977B-1786-84D9-93095E5B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160188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F5A27-2C0E-8882-2E98-48EA529B5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D89CC-7749-9486-1665-79936DC4E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2778A-0FA1-B385-8A84-AA7356C21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60761-B39F-2A7E-EC58-95B436C5C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A918B-B53B-C0CD-1527-39F160EA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08FEE-D623-426A-1B83-D490E0F6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85870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EDC6-9EC8-23B6-B5AB-728E529B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9B474-60AC-6097-1B92-51BBAC927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32B37-EFD8-01EA-6A13-BB0E53623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FF8564-1550-A8F5-B05C-A55E65E542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AECE6-E550-B447-6408-85432E6423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BDDFC2-C4D6-21CC-1132-AB946DE7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5CDE6D-06F9-8075-D931-09E3E5084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F94EFF-53FA-0322-29B5-8CA71C95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4157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B17E-CE50-6BF4-6F68-584237C5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95A36-DD9F-38BF-533A-DD09897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7B1CD-731E-81EB-3FAB-A1F237C2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217AC-2341-A2A1-57AF-12C368CC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193197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8905D2-ADC6-B502-0720-0A345880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E4490-6906-B251-D4CA-930059FF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28EC2-F847-4424-BCF5-BC8E1E187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475143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94FCE-CE07-6637-D25C-812EC6DFF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C174E-ABFE-1C0C-FFF2-71D949490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096B3-DD1C-D03E-D89B-7D4AE5036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89529-12A2-CB58-2454-97BB6AF5F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B9794-183F-360F-DE28-6D7EC7454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FD451-D979-8C30-FA40-726CED3C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20714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568A5-EC48-0D65-DA6D-D7587BFA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BE5D-80AC-0BA3-18BA-BD132D5060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43D2D-633E-92F8-E9DB-567476FD9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34FF7-C59A-DA2A-9792-735E7E7D4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2887E-5942-2AEB-12B4-4FDF637A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7095E-6CC8-73EC-4D70-7AA79E2A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49796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630-066D-2D43-9CCD-5E5DF1E9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D5EA5-60F1-CEF8-7A38-B8DB8FBFD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777EF-843E-F65D-0CCE-F322735E5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60EE1-A2B8-2307-40F1-B42A4909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83CDB-9AD9-0671-24C2-D33C7D37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030704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C6387E-B37D-BE88-A49E-CC916D572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DE0B4-2B33-5B43-98C7-18B21743C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BBBA0-277D-4CB9-5F03-CF24D25F0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681D9-CCBE-0BCB-EB88-E876DE6F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5BB07-9B42-458F-4F8C-855D4B25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631258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7"/>
          <p:cNvSpPr>
            <a:spLocks noChangeArrowheads="1"/>
          </p:cNvSpPr>
          <p:nvPr/>
        </p:nvSpPr>
        <p:spPr bwMode="ltGray">
          <a:xfrm>
            <a:off x="0" y="-1"/>
            <a:ext cx="644526" cy="5143501"/>
          </a:xfrm>
          <a:prstGeom prst="rect">
            <a:avLst/>
          </a:prstGeom>
          <a:solidFill>
            <a:srgbClr val="EE2E24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23259" y="282808"/>
            <a:ext cx="6993520" cy="6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25514" y="1343024"/>
            <a:ext cx="7965823" cy="3351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899" y="244708"/>
            <a:ext cx="598588" cy="552543"/>
          </a:xfrm>
          <a:prstGeom prst="rect">
            <a:avLst/>
          </a:prstGeom>
        </p:spPr>
      </p:pic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7725" y="4781443"/>
            <a:ext cx="557214" cy="268359"/>
          </a:xfrm>
          <a:prstGeom prst="rect">
            <a:avLst/>
          </a:prstGeom>
        </p:spPr>
        <p:txBody>
          <a:bodyPr anchor="b" anchorCtr="0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23259" y="4767263"/>
            <a:ext cx="3086100" cy="274637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Restricted Confidential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hf sldNum="0" hdr="0" dt="0"/>
  <p:txStyles>
    <p:titleStyle>
      <a:lvl1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231775" indent="-231775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Font typeface="Wingdings" pitchFamily="-65" charset="2"/>
        <a:buChar char="§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3363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Font typeface="Arial" charset="0"/>
        <a:buChar char="–"/>
        <a:defRPr sz="2200">
          <a:solidFill>
            <a:schemeClr val="tx1"/>
          </a:solidFill>
          <a:latin typeface="+mn-lt"/>
          <a:cs typeface="+mn-cs"/>
        </a:defRPr>
      </a:lvl2pPr>
      <a:lvl3pPr marL="863600" indent="-169863" algn="l" rtl="0" eaLnBrk="1" fontAlgn="base" hangingPunct="1">
        <a:spcBef>
          <a:spcPct val="35000"/>
        </a:spcBef>
        <a:spcAft>
          <a:spcPct val="0"/>
        </a:spcAft>
        <a:buClr>
          <a:srgbClr val="EE2E24"/>
        </a:buClr>
        <a:buChar char="•"/>
        <a:defRPr sz="2000">
          <a:solidFill>
            <a:schemeClr val="tx1"/>
          </a:solidFill>
          <a:latin typeface="+mn-lt"/>
          <a:cs typeface="+mn-cs"/>
        </a:defRPr>
      </a:lvl3pPr>
      <a:lvl4pPr marL="1146175" indent="-168275" algn="l" rtl="0" eaLnBrk="1" fontAlgn="base" hangingPunct="1">
        <a:spcBef>
          <a:spcPct val="35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14414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5pPr>
      <a:lvl6pPr marL="18986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6pPr>
      <a:lvl7pPr marL="23558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7pPr>
      <a:lvl8pPr marL="28130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8pPr>
      <a:lvl9pPr marL="3270250" indent="-180975" algn="l" rtl="0" eaLnBrk="1" fontAlgn="base" hangingPunct="1">
        <a:spcBef>
          <a:spcPct val="35000"/>
        </a:spcBef>
        <a:spcAft>
          <a:spcPct val="0"/>
        </a:spcAft>
        <a:buChar char="»"/>
        <a:defRPr i="1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51F9DC-7F41-A0A4-76DB-6F5EFB54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2343C-F00B-0610-7F19-BEFC39723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34900-0236-00FB-BA9D-006E5E0421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D5273-5ABD-4B08-881D-EE3AE87971CA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22AC7-4CDA-21F4-7399-B4DAB94C5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n-US"/>
              <a:t>Restricted Confidential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02D8C-C251-9CA5-2305-788C3BCD2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61967-8D01-4D8A-8FD0-86F83ECE6B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4D2C54-6829-602E-6BA2-10EE6D028E9B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899" y="244708"/>
            <a:ext cx="598588" cy="55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96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NameTitle"/>
          <p:cNvSpPr>
            <a:spLocks noGrp="1"/>
          </p:cNvSpPr>
          <p:nvPr>
            <p:ph type="title"/>
          </p:nvPr>
        </p:nvSpPr>
        <p:spPr>
          <a:xfrm>
            <a:off x="808723" y="0"/>
            <a:ext cx="7480698" cy="813188"/>
          </a:xfrm>
        </p:spPr>
        <p:txBody>
          <a:bodyPr>
            <a:noAutofit/>
          </a:bodyPr>
          <a:lstStyle/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{{</a:t>
            </a:r>
            <a:r>
              <a:rPr lang="en-US" sz="2400" dirty="0" err="1">
                <a:solidFill>
                  <a:srgbClr val="FF0000"/>
                </a:solidFill>
              </a:rPr>
              <a:t>CompanyName</a:t>
            </a:r>
            <a:r>
              <a:rPr lang="en-US" sz="2400" dirty="0">
                <a:solidFill>
                  <a:srgbClr val="FF0000"/>
                </a:solidFill>
              </a:rPr>
              <a:t>}}, </a:t>
            </a:r>
            <a:r>
              <a:rPr lang="en-US" sz="2400" dirty="0"/>
              <a:t>Director of Everything</a:t>
            </a:r>
          </a:p>
        </p:txBody>
      </p:sp>
      <p:sp>
        <p:nvSpPr>
          <p:cNvPr id="2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Confidential</a:t>
            </a:r>
          </a:p>
        </p:txBody>
      </p:sp>
      <p:cxnSp>
        <p:nvCxnSpPr>
          <p:cNvPr id="28682" name="RightBarrier"/>
          <p:cNvCxnSpPr>
            <a:cxnSpLocks noChangeShapeType="1"/>
          </p:cNvCxnSpPr>
          <p:nvPr/>
        </p:nvCxnSpPr>
        <p:spPr bwMode="auto">
          <a:xfrm>
            <a:off x="5921162" y="2868557"/>
            <a:ext cx="21431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83" name="LeftBarrier"/>
          <p:cNvCxnSpPr>
            <a:cxnSpLocks noChangeShapeType="1"/>
          </p:cNvCxnSpPr>
          <p:nvPr/>
        </p:nvCxnSpPr>
        <p:spPr bwMode="auto">
          <a:xfrm>
            <a:off x="3411771" y="2868557"/>
            <a:ext cx="21431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mployeeInfoHeader"/>
          <p:cNvSpPr txBox="1"/>
          <p:nvPr/>
        </p:nvSpPr>
        <p:spPr>
          <a:xfrm>
            <a:off x="3664817" y="3030195"/>
            <a:ext cx="2057559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>
                <a:solidFill>
                  <a:srgbClr val="000000"/>
                </a:solidFill>
              </a:rPr>
              <a:t>Employee Info:</a:t>
            </a:r>
            <a:endParaRPr lang="en-US" sz="1200" b="1" dirty="0">
              <a:solidFill>
                <a:srgbClr val="000000"/>
              </a:solidFill>
            </a:endParaRPr>
          </a:p>
          <a:p>
            <a:pPr algn="l"/>
            <a:endParaRPr lang="en-US" sz="1200" dirty="0"/>
          </a:p>
        </p:txBody>
      </p:sp>
      <p:sp>
        <p:nvSpPr>
          <p:cNvPr id="34" name="DevelopmentNeedsHeader"/>
          <p:cNvSpPr txBox="1"/>
          <p:nvPr/>
        </p:nvSpPr>
        <p:spPr>
          <a:xfrm>
            <a:off x="6436279" y="2959466"/>
            <a:ext cx="2057559" cy="5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>
                <a:solidFill>
                  <a:srgbClr val="000000"/>
                </a:solidFill>
              </a:rPr>
              <a:t>Development Needs:</a:t>
            </a:r>
            <a:endParaRPr lang="en-US" sz="1200" b="1" dirty="0">
              <a:solidFill>
                <a:srgbClr val="000000"/>
              </a:solidFill>
            </a:endParaRPr>
          </a:p>
          <a:p>
            <a:pPr algn="l"/>
            <a:endParaRPr lang="en-US" sz="1200" dirty="0"/>
          </a:p>
        </p:txBody>
      </p:sp>
      <p:sp>
        <p:nvSpPr>
          <p:cNvPr id="10" name="PLStrHeader"/>
          <p:cNvSpPr txBox="1"/>
          <p:nvPr/>
        </p:nvSpPr>
        <p:spPr>
          <a:xfrm>
            <a:off x="1010887" y="2959466"/>
            <a:ext cx="2057559" cy="71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>
                <a:solidFill>
                  <a:srgbClr val="000000"/>
                </a:solidFill>
              </a:rPr>
              <a:t>Performance/Leadership Strengths</a:t>
            </a:r>
            <a:r>
              <a:rPr lang="en-US" sz="1200" b="1" dirty="0">
                <a:solidFill>
                  <a:srgbClr val="000000"/>
                </a:solidFill>
              </a:rPr>
              <a:t>:</a:t>
            </a:r>
          </a:p>
          <a:p>
            <a:pPr algn="l"/>
            <a:endParaRPr lang="en-US" sz="1200" dirty="0"/>
          </a:p>
        </p:txBody>
      </p:sp>
      <p:sp>
        <p:nvSpPr>
          <p:cNvPr id="28680" name="DevNeeds"/>
          <p:cNvSpPr txBox="1">
            <a:spLocks noChangeArrowheads="1"/>
          </p:cNvSpPr>
          <p:nvPr/>
        </p:nvSpPr>
        <p:spPr bwMode="auto">
          <a:xfrm>
            <a:off x="6299198" y="3399413"/>
            <a:ext cx="2331720" cy="1274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Communication Skills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Spear Fishing Skills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Climbing Skills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Stuff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Things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8681" name="EmployeeInfo"/>
          <p:cNvSpPr txBox="1">
            <a:spLocks noChangeArrowheads="1"/>
          </p:cNvSpPr>
          <p:nvPr/>
        </p:nvSpPr>
        <p:spPr bwMode="auto">
          <a:xfrm>
            <a:off x="3503267" y="3399413"/>
            <a:ext cx="2328863" cy="1274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A1/A1/A1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Black Belt Certified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International Experience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Willing to Relocate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United States</a:t>
            </a: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8679" name="PLStrs"/>
          <p:cNvSpPr txBox="1">
            <a:spLocks noChangeArrowheads="1"/>
          </p:cNvSpPr>
          <p:nvPr/>
        </p:nvSpPr>
        <p:spPr bwMode="auto">
          <a:xfrm>
            <a:off x="851293" y="3399413"/>
            <a:ext cx="2328863" cy="1523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Good at Things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Likes Stuff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Excel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Surfing</a:t>
            </a: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r>
              <a:rPr lang="en-US" sz="1200">
                <a:solidFill>
                  <a:srgbClr val="000000"/>
                </a:solidFill>
              </a:rPr>
              <a:t>Brute Strength</a:t>
            </a:r>
            <a:endParaRPr lang="en-US" sz="1200" dirty="0">
              <a:solidFill>
                <a:srgbClr val="000000"/>
              </a:solidFill>
            </a:endParaRPr>
          </a:p>
          <a:p>
            <a:pPr algn="ctr">
              <a:spcBef>
                <a:spcPct val="35000"/>
              </a:spcBef>
              <a:buClr>
                <a:srgbClr val="FF140A"/>
              </a:buClr>
              <a:buFont typeface="Wingdings" pitchFamily="2" charset="2"/>
              <a:buNone/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8" name="ManagerHeader"/>
          <p:cNvSpPr txBox="1"/>
          <p:nvPr/>
        </p:nvSpPr>
        <p:spPr>
          <a:xfrm>
            <a:off x="703359" y="727806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solidFill>
                  <a:schemeClr val="accent1"/>
                </a:solidFill>
              </a:rPr>
              <a:t>Manager</a:t>
            </a:r>
            <a:r>
              <a:rPr lang="en-US" dirty="0"/>
              <a:t>:</a:t>
            </a:r>
          </a:p>
        </p:txBody>
      </p:sp>
      <p:sp>
        <p:nvSpPr>
          <p:cNvPr id="16" name="CMIExpHeader"/>
          <p:cNvSpPr txBox="1"/>
          <p:nvPr/>
        </p:nvSpPr>
        <p:spPr>
          <a:xfrm>
            <a:off x="703359" y="1067146"/>
            <a:ext cx="120257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solidFill>
                  <a:schemeClr val="accent1"/>
                </a:solidFill>
              </a:rPr>
              <a:t>Experience</a:t>
            </a:r>
            <a:r>
              <a:rPr lang="en-US" sz="1500" dirty="0"/>
              <a:t>:</a:t>
            </a:r>
          </a:p>
        </p:txBody>
      </p:sp>
      <p:sp>
        <p:nvSpPr>
          <p:cNvPr id="17" name="CCSGHeader"/>
          <p:cNvSpPr txBox="1"/>
          <p:nvPr/>
        </p:nvSpPr>
        <p:spPr>
          <a:xfrm>
            <a:off x="709526" y="1390311"/>
            <a:ext cx="170431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solidFill>
                  <a:schemeClr val="accent1"/>
                </a:solidFill>
              </a:rPr>
              <a:t>CC/Salary Grade</a:t>
            </a:r>
            <a:r>
              <a:rPr lang="en-US" sz="1500" dirty="0"/>
              <a:t>:</a:t>
            </a:r>
          </a:p>
        </p:txBody>
      </p:sp>
      <p:sp>
        <p:nvSpPr>
          <p:cNvPr id="18" name="TimeinRoleHeader"/>
          <p:cNvSpPr txBox="1"/>
          <p:nvPr/>
        </p:nvSpPr>
        <p:spPr>
          <a:xfrm>
            <a:off x="727192" y="1691983"/>
            <a:ext cx="13124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solidFill>
                  <a:schemeClr val="accent1"/>
                </a:solidFill>
              </a:rPr>
              <a:t>Time in Role</a:t>
            </a:r>
            <a:r>
              <a:rPr lang="en-US" sz="1500" dirty="0"/>
              <a:t>:</a:t>
            </a:r>
          </a:p>
        </p:txBody>
      </p:sp>
      <p:sp>
        <p:nvSpPr>
          <p:cNvPr id="19" name="LikelyNextRolesHeader"/>
          <p:cNvSpPr txBox="1"/>
          <p:nvPr/>
        </p:nvSpPr>
        <p:spPr>
          <a:xfrm>
            <a:off x="727192" y="2009407"/>
            <a:ext cx="172675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00" dirty="0">
                <a:solidFill>
                  <a:schemeClr val="accent1"/>
                </a:solidFill>
              </a:rPr>
              <a:t>Likely Next Roles</a:t>
            </a:r>
            <a:r>
              <a:rPr lang="en-US" sz="1500" dirty="0"/>
              <a:t>:</a:t>
            </a:r>
          </a:p>
        </p:txBody>
      </p:sp>
      <p:sp>
        <p:nvSpPr>
          <p:cNvPr id="25" name="LikelyNextRoles"/>
          <p:cNvSpPr txBox="1"/>
          <p:nvPr/>
        </p:nvSpPr>
        <p:spPr>
          <a:xfrm>
            <a:off x="2413836" y="1995903"/>
            <a:ext cx="32017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Director of More Stuff, Executive Stuff Director, Emperor</a:t>
            </a:r>
            <a:endParaRPr lang="en-US" dirty="0"/>
          </a:p>
        </p:txBody>
      </p:sp>
      <p:sp>
        <p:nvSpPr>
          <p:cNvPr id="24" name="TimeinRole"/>
          <p:cNvSpPr txBox="1"/>
          <p:nvPr/>
        </p:nvSpPr>
        <p:spPr>
          <a:xfrm>
            <a:off x="1906328" y="1699119"/>
            <a:ext cx="3551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6.7 Years</a:t>
            </a:r>
            <a:endParaRPr lang="en-US" dirty="0"/>
          </a:p>
        </p:txBody>
      </p:sp>
      <p:sp>
        <p:nvSpPr>
          <p:cNvPr id="22" name="CCSG"/>
          <p:cNvSpPr txBox="1"/>
          <p:nvPr/>
        </p:nvSpPr>
        <p:spPr>
          <a:xfrm>
            <a:off x="2311492" y="1362432"/>
            <a:ext cx="308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CC04/SG 10</a:t>
            </a:r>
            <a:endParaRPr lang="en-US" dirty="0"/>
          </a:p>
        </p:txBody>
      </p:sp>
      <p:sp>
        <p:nvSpPr>
          <p:cNvPr id="21" name="CMIExp"/>
          <p:cNvSpPr txBox="1"/>
          <p:nvPr/>
        </p:nvSpPr>
        <p:spPr>
          <a:xfrm>
            <a:off x="2311492" y="1016368"/>
            <a:ext cx="293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7 Years</a:t>
            </a:r>
            <a:endParaRPr lang="en-US" dirty="0"/>
          </a:p>
        </p:txBody>
      </p:sp>
      <p:sp>
        <p:nvSpPr>
          <p:cNvPr id="27" name="Manager"/>
          <p:cNvSpPr txBox="1"/>
          <p:nvPr/>
        </p:nvSpPr>
        <p:spPr>
          <a:xfrm>
            <a:off x="1713572" y="726635"/>
            <a:ext cx="3685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/>
              <a:t>Tanya Jones</a:t>
            </a:r>
            <a:endParaRPr lang="en-US" dirty="0"/>
          </a:p>
        </p:txBody>
      </p:sp>
      <p:pic>
        <p:nvPicPr>
          <p:cNvPr id="4" name="Pictur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65100"/>
            <a:ext cx="1771741" cy="24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64349"/>
      </p:ext>
    </p:extLst>
  </p:cSld>
  <p:clrMapOvr>
    <a:masterClrMapping/>
  </p:clrMapOvr>
</p:sld>
</file>

<file path=ppt/theme/theme1.xml><?xml version="1.0" encoding="utf-8"?>
<a:theme xmlns:a="http://schemas.openxmlformats.org/drawingml/2006/main" name="Cummins EBU_ISB6.7">
  <a:themeElements>
    <a:clrScheme name="Custom Design 14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EE2E24"/>
      </a:accent1>
      <a:accent2>
        <a:srgbClr val="5F5F5F"/>
      </a:accent2>
      <a:accent3>
        <a:srgbClr val="FFFFFF"/>
      </a:accent3>
      <a:accent4>
        <a:srgbClr val="000000"/>
      </a:accent4>
      <a:accent5>
        <a:srgbClr val="F5ADAC"/>
      </a:accent5>
      <a:accent6>
        <a:srgbClr val="555555"/>
      </a:accent6>
      <a:hlink>
        <a:srgbClr val="C0C0C0"/>
      </a:hlink>
      <a:folHlink>
        <a:srgbClr val="CC33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12700" cap="flat" cmpd="sng" algn="ctr">
          <a:solidFill>
            <a:srgbClr val="EE2E24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91440" rIns="91440" bIns="91440" numCol="1" anchor="ctr" anchorCtr="0" compatLnSpc="1">
        <a:prstTxWarp prst="textNoShape">
          <a:avLst/>
        </a:prstTxWarp>
      </a:bodyPr>
      <a:lstStyle>
        <a:defPPr marL="231775" marR="0" indent="-231775" algn="r" defTabSz="914400" rtl="0" eaLnBrk="1" fontAlgn="base" latinLnBrk="0" hangingPunct="1">
          <a:lnSpc>
            <a:spcPct val="100000"/>
          </a:lnSpc>
          <a:spcBef>
            <a:spcPct val="35000"/>
          </a:spcBef>
          <a:spcAft>
            <a:spcPct val="0"/>
          </a:spcAft>
          <a:buClr>
            <a:srgbClr val="FF140A"/>
          </a:buClr>
          <a:buSzTx/>
          <a:buFont typeface="Wingdings" pitchFamily="-65" charset="2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12700" cap="flat" cmpd="sng" algn="ctr">
          <a:solidFill>
            <a:srgbClr val="EE2E24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91440" rIns="91440" bIns="91440" numCol="1" anchor="ctr" anchorCtr="0" compatLnSpc="1">
        <a:prstTxWarp prst="textNoShape">
          <a:avLst/>
        </a:prstTxWarp>
      </a:bodyPr>
      <a:lstStyle>
        <a:defPPr marL="231775" marR="0" indent="-231775" algn="r" defTabSz="914400" rtl="0" eaLnBrk="1" fontAlgn="base" latinLnBrk="0" hangingPunct="1">
          <a:lnSpc>
            <a:spcPct val="100000"/>
          </a:lnSpc>
          <a:spcBef>
            <a:spcPct val="35000"/>
          </a:spcBef>
          <a:spcAft>
            <a:spcPct val="0"/>
          </a:spcAft>
          <a:buClr>
            <a:srgbClr val="FF140A"/>
          </a:buClr>
          <a:buSzTx/>
          <a:buFont typeface="Wingdings" pitchFamily="-65" charset="2"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EE2E24"/>
        </a:accent1>
        <a:accent2>
          <a:srgbClr val="0066CC"/>
        </a:accent2>
        <a:accent3>
          <a:srgbClr val="FFFFFF"/>
        </a:accent3>
        <a:accent4>
          <a:srgbClr val="000000"/>
        </a:accent4>
        <a:accent5>
          <a:srgbClr val="F5ADAC"/>
        </a:accent5>
        <a:accent6>
          <a:srgbClr val="005CB9"/>
        </a:accent6>
        <a:hlink>
          <a:srgbClr val="FA9900"/>
        </a:hlink>
        <a:folHlink>
          <a:srgbClr val="33CC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EE2E24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5ADAC"/>
        </a:accent5>
        <a:accent6>
          <a:srgbClr val="555555"/>
        </a:accent6>
        <a:hlink>
          <a:srgbClr val="C0C0C0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6" id="{D8B83B7A-35C8-4221-B434-4C56D9D9B85A}" vid="{BD297F39-F31A-4DD6-942B-F39DB617E8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Cummins EBU ISB6.7</Template>
  <TotalTime>8969</TotalTime>
  <Words>89</Words>
  <Application>Microsoft Office PowerPoint</Application>
  <PresentationFormat>On-screen Show (16:9)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Cummins EBU_ISB6.7</vt:lpstr>
      <vt:lpstr>Office Theme</vt:lpstr>
      <vt:lpstr>{{CompanyName}}, Director of Everything</vt:lpstr>
    </vt:vector>
  </TitlesOfParts>
  <Company>Cummins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&amp; Sales Functional Update</dc:title>
  <dc:creator>Meredith Kaluf</dc:creator>
  <cp:lastModifiedBy>Charles Amos</cp:lastModifiedBy>
  <cp:revision>153</cp:revision>
  <cp:lastPrinted>2015-04-09T17:11:10Z</cp:lastPrinted>
  <dcterms:created xsi:type="dcterms:W3CDTF">2014-12-02T14:53:45Z</dcterms:created>
  <dcterms:modified xsi:type="dcterms:W3CDTF">2025-11-28T23:00:33Z</dcterms:modified>
</cp:coreProperties>
</file>